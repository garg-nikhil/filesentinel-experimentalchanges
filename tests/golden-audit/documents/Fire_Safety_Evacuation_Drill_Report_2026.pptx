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Relationship Id="rId2" Type="http://schemas.openxmlformats.org/officeDocument/2006/relationships/slide" Target="slides/slide2.xml"/>

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Annual mandatory fire drill conducted within the last 12 months.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Photographic evidence and sign-in sheets stored on internal safety drive.</a:t>
            </a:r>
          </a:p>
        </p:txBody>
      </p:sp>
    </p:spTree>
  </p:cSld>
</p:note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ANNUAL FIRE SAFETY &amp; EVACUATION DRILL REPORT 2026</a:t>
            </a:r>
          </a:p>
        </p:txBody>
      </p:sp>
      <p:sp>
        <p:txBody>
          <a:p>
            <a:r>
              <a:t>Agency Name: Sentinel Recovery &amp; Telecalling Services Pvt Ltd</a:t>
            </a:r>
          </a:p>
        </p:txBody>
      </p:sp>
      <p:sp>
        <p:txBody>
          <a:p>
            <a:r>
              <a:t>Facility: Tech Park Alpha, 4th Floor</a:t>
            </a:r>
          </a:p>
        </p:txBody>
      </p:sp>
      <p:sp>
        <p:txBody>
          <a:p>
            <a:r>
              <a:t>Drill Date: 2026-06-01 (Conducted on June 1, 2026)</a:t>
            </a:r>
          </a:p>
        </p:txBody>
      </p:sp>
      <p:sp>
        <p:txBody>
          <a:p>
            <a:r>
              <a:t>Conducted By: Safety Officer &amp; Municipal Fire Brigade Liaison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Drill Execution &amp; Participation Metrics</a:t>
            </a:r>
          </a:p>
        </p:txBody>
      </p:sp>
      <p:sp>
        <p:txBody>
          <a:p>
            <a:r>
              <a:t>Total Employees Present: 78 Participants</a:t>
            </a:r>
          </a:p>
        </p:txBody>
      </p:sp>
      <p:sp>
        <p:txBody>
          <a:p>
            <a:r>
              <a:t>Evacuation Total Time: 2 Minutes 45 Seconds</a:t>
            </a:r>
          </a:p>
        </p:txBody>
      </p:sp>
      <p:sp>
        <p:txBody>
          <a:p>
            <a:r>
              <a:t>Assembly Point Clearance: 100% Accounted For</a:t>
            </a:r>
          </a:p>
        </p:txBody>
      </p:sp>
      <p:sp>
        <p:txBody>
          <a:p>
            <a:r>
              <a:t>Fire Alarm, Strobe Lights &amp; Hydrant Flow Tested: PASSED</a:t>
            </a:r>
          </a:p>
        </p:txBody>
      </p:sp>
      <p:sp>
        <p:txBody>
          <a:p>
            <a:r>
              <a:t>Fire Drill conducted and verified within latest 1 year.</a:t>
            </a:r>
          </a:p>
        </p:txBody>
      </p:sp>
    </p:spTree>
  </p:cSld>
</p:sld>
</file>

<file path=docProps/core.xml><?xml version="1.0" encoding="utf-8"?>
<cp:coreProperties xmlns:cp="http://schemas.openxmlformats.org/package/2006/metadata/core-properties" xmlns:dc="http://purl.org/dc/elements/1.1/">
  <dc:creator>Safety Operations Team</dc:creator>
  <dc:title>Fire Evacuation Drill 2026</dc:title>
  <cp:revision>1</cp:revision>
</cp:coreProperties>
</file>