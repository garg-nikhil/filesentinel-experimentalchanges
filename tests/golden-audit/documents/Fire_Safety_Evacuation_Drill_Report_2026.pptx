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Annual mandatory fire drill conducted within the last 12 months.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Photographic evidence and sign-in sheets stored on internal safety drive.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ANNUAL FIRE SAFETY &amp; EVACUATION DRILL REPORT 2026</a:t>
            </a:r>
          </a:p>
        </p:txBody>
      </p:sp>
      <p:sp>
        <p:txBody>
          <a:p>
            <a:r>
              <a:t>Agency Name: Sentinel Recovery &amp; Telecalling Services Pvt Ltd</a:t>
            </a:r>
          </a:p>
        </p:txBody>
      </p:sp>
      <p:sp>
        <p:txBody>
          <a:p>
            <a:r>
              <a:t>Facility: Tech Park Alpha, 4th Floor</a:t>
            </a:r>
          </a:p>
        </p:txBody>
      </p:sp>
      <p:sp>
        <p:txBody>
          <a:p>
            <a:r>
              <a:t>Drill Date: 2026-06-01 (Conducted on June 1, 2026)</a:t>
            </a:r>
          </a:p>
        </p:txBody>
      </p:sp>
      <p:sp>
        <p:txBody>
          <a:p>
            <a:r>
              <a:t>Conducted By: Safety Officer &amp; Municipal Fire Brigade Liaison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Drill Execution &amp; Participation Metrics</a:t>
            </a:r>
          </a:p>
        </p:txBody>
      </p:sp>
      <p:sp>
        <p:txBody>
          <a:p>
            <a:r>
              <a:t>Total Employees Present: 78 Participants</a:t>
            </a:r>
          </a:p>
        </p:txBody>
      </p:sp>
      <p:sp>
        <p:txBody>
          <a:p>
            <a:r>
              <a:t>Evacuation Total Time: 2 Minutes 45 Seconds</a:t>
            </a:r>
          </a:p>
        </p:txBody>
      </p:sp>
      <p:sp>
        <p:txBody>
          <a:p>
            <a:r>
              <a:t>Assembly Point Clearance: 100% Accounted For</a:t>
            </a:r>
          </a:p>
        </p:txBody>
      </p:sp>
      <p:sp>
        <p:txBody>
          <a:p>
            <a:r>
              <a:t>Fire Alarm, Strobe Lights &amp; Hydrant Flow Tested: PASSED</a:t>
            </a:r>
          </a:p>
        </p:txBody>
      </p:sp>
      <p:sp>
        <p:txBody>
          <a:p>
            <a:r>
              <a:t>Fire Drill conducted and verified within latest 1 year.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creator>Safety Operations Team</dc:creator>
  <dc:title>Fire Evacuation Drill 2026</dc:title>
  <cp:revision>1</cp:revision>
</cp:coreProperties>
</file>