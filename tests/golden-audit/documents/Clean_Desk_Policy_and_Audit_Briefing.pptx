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<Relationship Id="rId2" Type="http://schemas.openxmlformats.org/officeDocument/2006/relationships/slide" Target="slides/slide2.xml"/>

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sp>
        <p:txBody>
          <a:p>
            <a:r>
              <a:t>Policy deck presented during orientation.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sp>
        <p:txBody>
          <a:p>
            <a:r>
              <a:t>Compliance declarations gathered quarterly.</a:t>
            </a:r>
          </a:p>
        </p:txBody>
      </p:sp>
    </p:spTree>
  </p:cSld>
</p:notes>
</file>
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CLEAN DESK &amp; CLEAR SCREEN WORKSPACE GUIDELINES</a:t>
            </a:r>
          </a:p>
        </p:txBody>
      </p:sp>
      <p:sp>
        <p:txBody>
          <a:p>
            <a:r>
              <a:t>Sentinel Information Security Standard Operating Procedures</a:t>
            </a:r>
          </a:p>
        </p:txBody>
      </p:sp>
      <p:sp>
        <p:txBody>
          <a:p>
            <a:r>
              <a:t>Scope: All calling agent pods and management cabins</a:t>
            </a:r>
          </a:p>
        </p:txBody>
      </p:sp>
      <p:sp>
        <p:txBody>
          <a:p>
            <a:r>
              <a:t>Requirement: Lock screens upon leaving desk (Win + L). No sensitive borrower notes on paper.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Nightly Inspection Protocol</a:t>
            </a:r>
          </a:p>
        </p:txBody>
      </p:sp>
      <p:sp>
        <p:txBody>
          <a:p>
            <a:r>
              <a:t>Floor supervisors conduct nightly audits of physical desks.</a:t>
            </a:r>
          </a:p>
        </p:txBody>
      </p:sp>
      <p:sp>
        <p:txBody>
          <a:p>
            <a:r>
              <a:t>Note: Physical compliance requires ongoing auditor visual verification.</a:t>
            </a:r>
          </a:p>
        </p:txBody>
      </p:sp>
    </p:spTree>
  </p:cSld>
</p:sld>
</file>

<file path=docProps/core.xml><?xml version="1.0" encoding="utf-8"?>
<cp:coreProperties xmlns:cp="http://schemas.openxmlformats.org/package/2006/metadata/core-properties" xmlns:dc="http://purl.org/dc/elements/1.1/">
  <dc:creator>Security Officer</dc:creator>
  <dc:title>Clean Desk Briefing</dc:title>
  <cp:revision>1</cp:revision>
</cp:coreProperties>
</file>