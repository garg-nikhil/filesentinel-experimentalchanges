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
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Policy deck presented during orientation.</a:t>
            </a: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Compliance declarations gathered quarterly.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CLEAN DESK &amp; CLEAR SCREEN WORKSPACE GUIDELINES</a:t>
            </a:r>
          </a:p>
        </p:txBody>
      </p:sp>
      <p:sp>
        <p:txBody>
          <a:p>
            <a:r>
              <a:t>Sentinel Information Security Standard Operating Procedures</a:t>
            </a:r>
          </a:p>
        </p:txBody>
      </p:sp>
      <p:sp>
        <p:txBody>
          <a:p>
            <a:r>
              <a:t>Scope: All calling agent pods and management cabins</a:t>
            </a:r>
          </a:p>
        </p:txBody>
      </p:sp>
      <p:sp>
        <p:txBody>
          <a:p>
            <a:r>
              <a:t>Requirement: Lock screens upon leaving desk (Win + L). No sensitive borrower notes on paper.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Nightly Inspection Protocol</a:t>
            </a:r>
          </a:p>
        </p:txBody>
      </p:sp>
      <p:sp>
        <p:txBody>
          <a:p>
            <a:r>
              <a:t>Floor supervisors conduct nightly audits of physical desks.</a:t>
            </a:r>
          </a:p>
        </p:txBody>
      </p:sp>
      <p:sp>
        <p:txBody>
          <a:p>
            <a:r>
              <a:t>Note: Physical compliance requires ongoing auditor visual verification.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creator>Security Officer</dc:creator>
  <dc:title>Clean Desk Briefing</dc:title>
  <cp:revision>1</cp:revision>
</cp:coreProperties>
</file>