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 show="0"/>
  </p:sldIdLst>
</p:presentation>
</file>

<file path=ppt/notesSlides/notesSlide1.xml><?xml version="1.0" encoding="utf-8"?>
<p:notes xmlns:a="http://schemas.openxmlformats.org/drawingml/2006/main" xmlns:p="http://schemas.openxmlformats.org/presentationml/2006/main">
  <p:cSld>
    <p:spTree>
      <p:sp>
        <p:txBody>
          <a:p>
            <a:r>
              <a:t>Speaker Note: Emphasize security compliance to the board.</a:t>
            </a:r>
          </a:p>
        </p:txBody>
      </p:sp>
    </p:spTree>
  </p:cSld>
</p:notes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PRESENTATION: Q3 BOARD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Server Infrastructure: Host 10.0.4.12</a:t>
            </a:r>
          </a:p>
          <a:p>
            <a:r>
              <a:t>VPN Credentials: user=admin pass=SecretVPNPass2026!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Hidden Slide: Pending Legal Settlement Reserve: $5,000,000</a:t>
            </a:r>
          </a:p>
          <a:p>
            <a:r>
              <a:t>Bank IFSC: SBIN0001234</a:t>
            </a:r>
          </a:p>
        </p:txBody>
      </p:sp>
    </p:spTree>
  </p:cSld>
</p:sld>
</file>